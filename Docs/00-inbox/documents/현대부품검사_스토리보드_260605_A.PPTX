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9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;p2"/>
          <p:cNvSpPr/>
          <p:nvPr userDrawn="1"/>
        </p:nvSpPr>
        <p:spPr>
          <a:xfrm>
            <a:off x="0" y="-4257"/>
            <a:ext cx="12192000" cy="396143"/>
          </a:xfrm>
          <a:prstGeom prst="rect">
            <a:avLst/>
          </a:prstGeom>
          <a:solidFill>
            <a:srgbClr val="D8D8D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3;p2"/>
          <p:cNvSpPr/>
          <p:nvPr userDrawn="1"/>
        </p:nvSpPr>
        <p:spPr>
          <a:xfrm>
            <a:off x="0" y="0"/>
            <a:ext cx="9296400" cy="6858000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4;p2"/>
          <p:cNvSpPr/>
          <p:nvPr userDrawn="1"/>
        </p:nvSpPr>
        <p:spPr>
          <a:xfrm>
            <a:off x="9296400" y="0"/>
            <a:ext cx="2895600" cy="6858000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0309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60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8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39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6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19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20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48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5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28BF2-5CB4-41C0-A39D-CE50CE5E5D1B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14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5" y="1207649"/>
            <a:ext cx="9112965" cy="4746336"/>
          </a:xfrm>
          <a:prstGeom prst="rect">
            <a:avLst/>
          </a:prstGeom>
        </p:spPr>
      </p:pic>
      <p:sp>
        <p:nvSpPr>
          <p:cNvPr id="7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DB Update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Update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팝업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(A-1)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업데이트 시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팝업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(A-1)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진행률 표시 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시 결과 팝업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(A-2)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1;p3"/>
          <p:cNvSpPr/>
          <p:nvPr/>
        </p:nvSpPr>
        <p:spPr>
          <a:xfrm>
            <a:off x="201452" y="53030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92" t="31569" r="40192" b="31569"/>
          <a:stretch/>
        </p:blipFill>
        <p:spPr>
          <a:xfrm>
            <a:off x="2973906" y="4924321"/>
            <a:ext cx="1788355" cy="1750246"/>
          </a:xfrm>
          <a:prstGeom prst="rect">
            <a:avLst/>
          </a:prstGeom>
        </p:spPr>
      </p:pic>
      <p:sp>
        <p:nvSpPr>
          <p:cNvPr id="17" name="Google Shape;21;p3"/>
          <p:cNvSpPr/>
          <p:nvPr/>
        </p:nvSpPr>
        <p:spPr>
          <a:xfrm>
            <a:off x="2973907" y="4763521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9" t="31414" r="40109" b="31414"/>
          <a:stretch/>
        </p:blipFill>
        <p:spPr>
          <a:xfrm>
            <a:off x="5639118" y="4909565"/>
            <a:ext cx="1803458" cy="1765002"/>
          </a:xfrm>
          <a:prstGeom prst="rect">
            <a:avLst/>
          </a:prstGeom>
        </p:spPr>
      </p:pic>
      <p:sp>
        <p:nvSpPr>
          <p:cNvPr id="19" name="Google Shape;21;p3"/>
          <p:cNvSpPr/>
          <p:nvPr/>
        </p:nvSpPr>
        <p:spPr>
          <a:xfrm>
            <a:off x="5639118" y="4763521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26937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DB Search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영역 클릭 시 팝업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(A-1)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내 더블클릭 혹은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 input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클릭시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부품 선택 및 팝업 닫기  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검색을 통한 </a:t>
            </a:r>
            <a:r>
              <a:rPr lang="ko-KR" altLang="en-US" sz="10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필터링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기능 제공 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버튼을 통해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업데이트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추가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부품 삭제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가능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Cancel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클릭 시 팝업 닫기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201452" y="13660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/>
          <p:cNvSpPr/>
          <p:nvPr/>
        </p:nvSpPr>
        <p:spPr>
          <a:xfrm>
            <a:off x="1009746" y="16030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17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부품정보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정보 출력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 등록되지 않은 경우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‘Guide show’ </a:t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비활성화 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‘Guide show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기본값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활성화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‘Guide show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 on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 우측 이미지 영역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B)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가이드 이미지 출력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가이드는 반투명으로 표시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en-US" altLang="ko-KR" sz="1000" dirty="0"/>
              <a:t>Guide Image </a:t>
            </a:r>
            <a:r>
              <a:rPr lang="en-US" altLang="ko-KR" sz="1000" dirty="0" smtClean="0"/>
              <a:t>Management </a:t>
            </a:r>
            <a:r>
              <a:rPr lang="ko-KR" altLang="en-US" sz="1000" dirty="0" smtClean="0"/>
              <a:t>버튼</a:t>
            </a:r>
            <a:r>
              <a:rPr lang="en-US" altLang="ko-KR" sz="1000" dirty="0" smtClean="0"/>
              <a:t>(C)</a:t>
            </a:r>
            <a:r>
              <a:rPr lang="ko-KR" altLang="en-US" sz="1000" dirty="0" smtClean="0"/>
              <a:t>을 통해 가이드 이미지 관리 등록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관리 가능</a:t>
            </a:r>
            <a:r>
              <a:rPr lang="en-US" altLang="ko-KR" sz="1000" dirty="0" smtClean="0"/>
              <a:t>(C-1)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201226" y="1645823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1748015" y="1372358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t="2211" r="12717" b="4673"/>
          <a:stretch/>
        </p:blipFill>
        <p:spPr>
          <a:xfrm>
            <a:off x="2089715" y="2256391"/>
            <a:ext cx="7117648" cy="4418176"/>
          </a:xfrm>
          <a:prstGeom prst="rect">
            <a:avLst/>
          </a:prstGeom>
        </p:spPr>
      </p:pic>
      <p:sp>
        <p:nvSpPr>
          <p:cNvPr id="11" name="Google Shape;21;p3"/>
          <p:cNvSpPr/>
          <p:nvPr/>
        </p:nvSpPr>
        <p:spPr>
          <a:xfrm>
            <a:off x="2086416" y="2095591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21;p3"/>
          <p:cNvSpPr/>
          <p:nvPr/>
        </p:nvSpPr>
        <p:spPr>
          <a:xfrm>
            <a:off x="283253" y="4385079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8973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편집 버튼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정보 편집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클릭 시 </a:t>
            </a:r>
            <a:r>
              <a:rPr lang="ko-KR" altLang="en-US" sz="1000" dirty="0" err="1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편집창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팝업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(B)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수정 후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Save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 창 닫고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업데이트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1312179" y="170561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3012793" y="1645823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1748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관리 버튼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부품 목록 정보 관리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클릭 시 팝업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(B)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수정 후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Save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 창 닫고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업데이트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192680" y="4747919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1073246" y="1586003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6570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추가 버튼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신규 등록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21;p3"/>
          <p:cNvSpPr/>
          <p:nvPr/>
        </p:nvSpPr>
        <p:spPr>
          <a:xfrm>
            <a:off x="7657152" y="1872445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94593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편집 버튼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등록된 부품 정보 편집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21;p3"/>
          <p:cNvSpPr/>
          <p:nvPr/>
        </p:nvSpPr>
        <p:spPr>
          <a:xfrm>
            <a:off x="7597517" y="2389279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793764" y="2538101"/>
            <a:ext cx="136733" cy="2264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4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삭제 버튼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등록된 부품 삭제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전 메시지를 통한 삭제 여부 사용자 확인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(A-1)</a:t>
            </a:r>
          </a:p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 보기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부품의 가이드 이미지가 등록된 경우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등록되지 않은 경우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None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표기 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Tx/>
              <a:buChar char="-"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경우 클릭 시 팝업으로 확인 가능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-1)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21;p3"/>
          <p:cNvSpPr/>
          <p:nvPr/>
        </p:nvSpPr>
        <p:spPr>
          <a:xfrm>
            <a:off x="7952790" y="2389279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52790" y="2538101"/>
            <a:ext cx="136733" cy="2264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Google Shape;21;p3"/>
          <p:cNvSpPr/>
          <p:nvPr/>
        </p:nvSpPr>
        <p:spPr>
          <a:xfrm>
            <a:off x="7257051" y="2389279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257051" y="2538101"/>
            <a:ext cx="341700" cy="2264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5" t="2574" r="9185" b="2574"/>
          <a:stretch/>
        </p:blipFill>
        <p:spPr>
          <a:xfrm>
            <a:off x="2107094" y="4139177"/>
            <a:ext cx="4492487" cy="2718823"/>
          </a:xfrm>
          <a:prstGeom prst="rect">
            <a:avLst/>
          </a:prstGeom>
        </p:spPr>
      </p:pic>
      <p:sp>
        <p:nvSpPr>
          <p:cNvPr id="13" name="Google Shape;21;p3"/>
          <p:cNvSpPr/>
          <p:nvPr/>
        </p:nvSpPr>
        <p:spPr>
          <a:xfrm>
            <a:off x="2107094" y="3978377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3597963" y="2974525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6336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6" y="1208417"/>
            <a:ext cx="911001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결과 화면 출력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선택된 부품이 있고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부품의 가이드 이미지 등록되어 있고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영역에 이미지가 들어왔을 때 </a:t>
            </a: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</a:t>
            </a:r>
            <a:r>
              <a:rPr lang="ko-KR" altLang="en-US" sz="1000" dirty="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검사 및 결과 실시간 출력 </a:t>
            </a:r>
            <a:endParaRPr lang="en-US" altLang="ko-KR" sz="1000" dirty="0" smtClean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4317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227</Words>
  <Application>Microsoft Office PowerPoint</Application>
  <PresentationFormat>와이드스크린</PresentationFormat>
  <Paragraphs>75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oys</dc:creator>
  <cp:lastModifiedBy>oys</cp:lastModifiedBy>
  <cp:revision>13</cp:revision>
  <dcterms:created xsi:type="dcterms:W3CDTF">2025-12-05T01:38:27Z</dcterms:created>
  <dcterms:modified xsi:type="dcterms:W3CDTF">2026-06-05T02:46:52Z</dcterms:modified>
</cp:coreProperties>
</file>